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70" r:id="rId3"/>
    <p:sldId id="275" r:id="rId4"/>
    <p:sldId id="280" r:id="rId5"/>
    <p:sldId id="285" r:id="rId6"/>
    <p:sldId id="290" r:id="rId7"/>
    <p:sldId id="295" r:id="rId8"/>
    <p:sldId id="300" r:id="rId9"/>
    <p:sldId id="305" r:id="rId10"/>
    <p:sldId id="310" r:id="rId11"/>
    <p:sldId id="315" r:id="rId12"/>
    <p:sldId id="320" r:id="rId13"/>
    <p:sldId id="325" r:id="rId14"/>
    <p:sldId id="330" r:id="rId15"/>
    <p:sldId id="335" r:id="rId16"/>
    <p:sldId id="354" r:id="rId17"/>
    <p:sldId id="340" r:id="rId18"/>
    <p:sldId id="345" r:id="rId19"/>
  </p:sldIdLst>
  <p:sldSz cx="6792913" cy="4337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ams" id="{8629B148-580D-4876-B947-7E02F123E0B2}">
          <p14:sldIdLst>
            <p14:sldId id="261"/>
          </p14:sldIdLst>
        </p14:section>
        <p14:section name="Brown" id="{6A1256E1-0A83-47CA-B79D-8BEA242F55B7}">
          <p14:sldIdLst>
            <p14:sldId id="270"/>
          </p14:sldIdLst>
        </p14:section>
        <p14:section name="Colins" id="{E1259337-EBF2-4865-BABC-8D218E560A2F}">
          <p14:sldIdLst>
            <p14:sldId id="275"/>
          </p14:sldIdLst>
        </p14:section>
        <p14:section name="Garcia" id="{D7462640-3264-4E47-AEA2-D95CF276F8FE}">
          <p14:sldIdLst>
            <p14:sldId id="280"/>
          </p14:sldIdLst>
        </p14:section>
        <p14:section name="Lopez" id="{6B2E68EC-155A-43FB-A3C2-870DED0EE107}">
          <p14:sldIdLst>
            <p14:sldId id="285"/>
          </p14:sldIdLst>
        </p14:section>
        <p14:section name="Smith" id="{78B8D151-D8C5-40A8-A62C-BF6BDFEF6E0D}">
          <p14:sldIdLst>
            <p14:sldId id="290"/>
          </p14:sldIdLst>
        </p14:section>
        <p14:section name="Webb" id="{6E5931DC-DF4E-4DEF-B8F3-6D63A5BB789B}">
          <p14:sldIdLst>
            <p14:sldId id="295"/>
          </p14:sldIdLst>
        </p14:section>
        <p14:section name="Whistler" id="{3B404BE1-137A-4934-A6F4-DCEC48F81B43}">
          <p14:sldIdLst>
            <p14:sldId id="300"/>
          </p14:sldIdLst>
        </p14:section>
        <p14:section name="Xing" id="{62896711-9B8D-4E0B-B4D4-8C0EE8AE620D}">
          <p14:sldIdLst>
            <p14:sldId id="305"/>
          </p14:sldIdLst>
        </p14:section>
        <p14:section name="Alex" id="{8400A99F-F7C5-4C58-B87F-3AACABD1798E}">
          <p14:sldIdLst>
            <p14:sldId id="310"/>
          </p14:sldIdLst>
        </p14:section>
        <p14:section name="Heinrich" id="{695A63FF-F6D9-4CA1-810C-F01766ED00CF}">
          <p14:sldIdLst>
            <p14:sldId id="315"/>
          </p14:sldIdLst>
        </p14:section>
        <p14:section name="Merken" id="{8902912B-9353-4F4E-8E45-719E4FDC1BEA}">
          <p14:sldIdLst>
            <p14:sldId id="320"/>
          </p14:sldIdLst>
        </p14:section>
        <p14:section name="Striker" id="{43C672EA-1AD1-462A-AE34-91C1C621EF08}">
          <p14:sldIdLst>
            <p14:sldId id="325"/>
          </p14:sldIdLst>
        </p14:section>
        <p14:section name="Steeler" id="{622FAA0B-C278-4CEB-B602-EF4C963CA39D}">
          <p14:sldIdLst>
            <p14:sldId id="330"/>
          </p14:sldIdLst>
        </p14:section>
        <p14:section name="Leon" id="{FB302666-57A0-410A-8603-B08365173589}">
          <p14:sldIdLst>
            <p14:sldId id="335"/>
          </p14:sldIdLst>
        </p14:section>
        <p14:section name="Stark" id="{9FAB1BE8-52B7-4402-B560-69D10E136FCE}">
          <p14:sldIdLst>
            <p14:sldId id="354"/>
          </p14:sldIdLst>
        </p14:section>
        <p14:section name="Martell" id="{273B3D58-ADB5-499C-9C5B-BF21C256DB8B}">
          <p14:sldIdLst>
            <p14:sldId id="340"/>
          </p14:sldIdLst>
        </p14:section>
        <p14:section name="Tully" id="{11419024-59A1-40CD-A140-A60006518919}">
          <p14:sldIdLst>
            <p14:sldId id="3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313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000E9-8627-4BA6-9021-96BA404B1DC6}" v="216" dt="2024-08-05T15:17:4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1018" y="96"/>
      </p:cViewPr>
      <p:guideLst>
        <p:guide orient="horz" pos="1366"/>
        <p:guide pos="21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9114" y="709791"/>
            <a:ext cx="5094685" cy="1509936"/>
          </a:xfrm>
        </p:spPr>
        <p:txBody>
          <a:bodyPr anchor="b"/>
          <a:lstStyle>
            <a:lvl1pPr algn="ctr">
              <a:defRPr sz="33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9114" y="2277956"/>
            <a:ext cx="5094685" cy="1047116"/>
          </a:xfrm>
        </p:spPr>
        <p:txBody>
          <a:bodyPr/>
          <a:lstStyle>
            <a:lvl1pPr marL="0" indent="0" algn="ctr">
              <a:buNone/>
              <a:defRPr sz="1337"/>
            </a:lvl1pPr>
            <a:lvl2pPr marL="254752" indent="0" algn="ctr">
              <a:buNone/>
              <a:defRPr sz="1114"/>
            </a:lvl2pPr>
            <a:lvl3pPr marL="509504" indent="0" algn="ctr">
              <a:buNone/>
              <a:defRPr sz="1003"/>
            </a:lvl3pPr>
            <a:lvl4pPr marL="764256" indent="0" algn="ctr">
              <a:buNone/>
              <a:defRPr sz="892"/>
            </a:lvl4pPr>
            <a:lvl5pPr marL="1019007" indent="0" algn="ctr">
              <a:buNone/>
              <a:defRPr sz="892"/>
            </a:lvl5pPr>
            <a:lvl6pPr marL="1273759" indent="0" algn="ctr">
              <a:buNone/>
              <a:defRPr sz="892"/>
            </a:lvl6pPr>
            <a:lvl7pPr marL="1528511" indent="0" algn="ctr">
              <a:buNone/>
              <a:defRPr sz="892"/>
            </a:lvl7pPr>
            <a:lvl8pPr marL="1783263" indent="0" algn="ctr">
              <a:buNone/>
              <a:defRPr sz="892"/>
            </a:lvl8pPr>
            <a:lvl9pPr marL="2038015" indent="0" algn="ctr">
              <a:buNone/>
              <a:defRPr sz="89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5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3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75" y="1081251"/>
            <a:ext cx="5858887" cy="1804092"/>
          </a:xfrm>
        </p:spPr>
        <p:txBody>
          <a:bodyPr anchor="b"/>
          <a:lstStyle>
            <a:lvl1pPr>
              <a:defRPr sz="33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475" y="2902411"/>
            <a:ext cx="5858887" cy="948729"/>
          </a:xfrm>
        </p:spPr>
        <p:txBody>
          <a:bodyPr/>
          <a:lstStyle>
            <a:lvl1pPr marL="0" indent="0">
              <a:buNone/>
              <a:defRPr sz="1337">
                <a:solidFill>
                  <a:schemeClr val="tx1">
                    <a:tint val="82000"/>
                  </a:schemeClr>
                </a:solidFill>
              </a:defRPr>
            </a:lvl1pPr>
            <a:lvl2pPr marL="254752" indent="0">
              <a:buNone/>
              <a:defRPr sz="1114">
                <a:solidFill>
                  <a:schemeClr val="tx1">
                    <a:tint val="82000"/>
                  </a:schemeClr>
                </a:solidFill>
              </a:defRPr>
            </a:lvl2pPr>
            <a:lvl3pPr marL="509504" indent="0">
              <a:buNone/>
              <a:defRPr sz="1003">
                <a:solidFill>
                  <a:schemeClr val="tx1">
                    <a:tint val="82000"/>
                  </a:schemeClr>
                </a:solidFill>
              </a:defRPr>
            </a:lvl3pPr>
            <a:lvl4pPr marL="76425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4pPr>
            <a:lvl5pPr marL="1019007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5pPr>
            <a:lvl6pPr marL="1273759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6pPr>
            <a:lvl7pPr marL="1528511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7pPr>
            <a:lvl8pPr marL="178326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8pPr>
            <a:lvl9pPr marL="2038015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91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013" y="1154539"/>
            <a:ext cx="2886988" cy="27518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8912" y="1154539"/>
            <a:ext cx="2886988" cy="27518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05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30908"/>
            <a:ext cx="5858887" cy="838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898" y="1063180"/>
            <a:ext cx="2873720" cy="521048"/>
          </a:xfrm>
        </p:spPr>
        <p:txBody>
          <a:bodyPr anchor="b"/>
          <a:lstStyle>
            <a:lvl1pPr marL="0" indent="0">
              <a:buNone/>
              <a:defRPr sz="1337" b="1"/>
            </a:lvl1pPr>
            <a:lvl2pPr marL="254752" indent="0">
              <a:buNone/>
              <a:defRPr sz="1114" b="1"/>
            </a:lvl2pPr>
            <a:lvl3pPr marL="509504" indent="0">
              <a:buNone/>
              <a:defRPr sz="1003" b="1"/>
            </a:lvl3pPr>
            <a:lvl4pPr marL="764256" indent="0">
              <a:buNone/>
              <a:defRPr sz="892" b="1"/>
            </a:lvl4pPr>
            <a:lvl5pPr marL="1019007" indent="0">
              <a:buNone/>
              <a:defRPr sz="892" b="1"/>
            </a:lvl5pPr>
            <a:lvl6pPr marL="1273759" indent="0">
              <a:buNone/>
              <a:defRPr sz="892" b="1"/>
            </a:lvl6pPr>
            <a:lvl7pPr marL="1528511" indent="0">
              <a:buNone/>
              <a:defRPr sz="892" b="1"/>
            </a:lvl7pPr>
            <a:lvl8pPr marL="1783263" indent="0">
              <a:buNone/>
              <a:defRPr sz="892" b="1"/>
            </a:lvl8pPr>
            <a:lvl9pPr marL="2038015" indent="0">
              <a:buNone/>
              <a:defRPr sz="8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98" y="1584228"/>
            <a:ext cx="2873720" cy="2330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8912" y="1063180"/>
            <a:ext cx="2887873" cy="521048"/>
          </a:xfrm>
        </p:spPr>
        <p:txBody>
          <a:bodyPr anchor="b"/>
          <a:lstStyle>
            <a:lvl1pPr marL="0" indent="0">
              <a:buNone/>
              <a:defRPr sz="1337" b="1"/>
            </a:lvl1pPr>
            <a:lvl2pPr marL="254752" indent="0">
              <a:buNone/>
              <a:defRPr sz="1114" b="1"/>
            </a:lvl2pPr>
            <a:lvl3pPr marL="509504" indent="0">
              <a:buNone/>
              <a:defRPr sz="1003" b="1"/>
            </a:lvl3pPr>
            <a:lvl4pPr marL="764256" indent="0">
              <a:buNone/>
              <a:defRPr sz="892" b="1"/>
            </a:lvl4pPr>
            <a:lvl5pPr marL="1019007" indent="0">
              <a:buNone/>
              <a:defRPr sz="892" b="1"/>
            </a:lvl5pPr>
            <a:lvl6pPr marL="1273759" indent="0">
              <a:buNone/>
              <a:defRPr sz="892" b="1"/>
            </a:lvl6pPr>
            <a:lvl7pPr marL="1528511" indent="0">
              <a:buNone/>
              <a:defRPr sz="892" b="1"/>
            </a:lvl7pPr>
            <a:lvl8pPr marL="1783263" indent="0">
              <a:buNone/>
              <a:defRPr sz="892" b="1"/>
            </a:lvl8pPr>
            <a:lvl9pPr marL="2038015" indent="0">
              <a:buNone/>
              <a:defRPr sz="8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38912" y="1584228"/>
            <a:ext cx="2887873" cy="2330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03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35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3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89137"/>
            <a:ext cx="2190891" cy="1011978"/>
          </a:xfrm>
        </p:spPr>
        <p:txBody>
          <a:bodyPr anchor="b"/>
          <a:lstStyle>
            <a:lvl1pPr>
              <a:defRPr sz="17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873" y="624455"/>
            <a:ext cx="3438912" cy="3082117"/>
          </a:xfrm>
        </p:spPr>
        <p:txBody>
          <a:bodyPr/>
          <a:lstStyle>
            <a:lvl1pPr>
              <a:defRPr sz="1783"/>
            </a:lvl1pPr>
            <a:lvl2pPr>
              <a:defRPr sz="1560"/>
            </a:lvl2pPr>
            <a:lvl3pPr>
              <a:defRPr sz="1337"/>
            </a:lvl3pPr>
            <a:lvl4pPr>
              <a:defRPr sz="1114"/>
            </a:lvl4pPr>
            <a:lvl5pPr>
              <a:defRPr sz="1114"/>
            </a:lvl5pPr>
            <a:lvl6pPr>
              <a:defRPr sz="1114"/>
            </a:lvl6pPr>
            <a:lvl7pPr>
              <a:defRPr sz="1114"/>
            </a:lvl7pPr>
            <a:lvl8pPr>
              <a:defRPr sz="1114"/>
            </a:lvl8pPr>
            <a:lvl9pPr>
              <a:defRPr sz="111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301115"/>
            <a:ext cx="2190891" cy="2410476"/>
          </a:xfrm>
        </p:spPr>
        <p:txBody>
          <a:bodyPr/>
          <a:lstStyle>
            <a:lvl1pPr marL="0" indent="0">
              <a:buNone/>
              <a:defRPr sz="892"/>
            </a:lvl1pPr>
            <a:lvl2pPr marL="254752" indent="0">
              <a:buNone/>
              <a:defRPr sz="780"/>
            </a:lvl2pPr>
            <a:lvl3pPr marL="509504" indent="0">
              <a:buNone/>
              <a:defRPr sz="669"/>
            </a:lvl3pPr>
            <a:lvl4pPr marL="764256" indent="0">
              <a:buNone/>
              <a:defRPr sz="557"/>
            </a:lvl4pPr>
            <a:lvl5pPr marL="1019007" indent="0">
              <a:buNone/>
              <a:defRPr sz="557"/>
            </a:lvl5pPr>
            <a:lvl6pPr marL="1273759" indent="0">
              <a:buNone/>
              <a:defRPr sz="557"/>
            </a:lvl6pPr>
            <a:lvl7pPr marL="1528511" indent="0">
              <a:buNone/>
              <a:defRPr sz="557"/>
            </a:lvl7pPr>
            <a:lvl8pPr marL="1783263" indent="0">
              <a:buNone/>
              <a:defRPr sz="557"/>
            </a:lvl8pPr>
            <a:lvl9pPr marL="2038015" indent="0">
              <a:buNone/>
              <a:defRPr sz="55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36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89137"/>
            <a:ext cx="2190891" cy="1011978"/>
          </a:xfrm>
        </p:spPr>
        <p:txBody>
          <a:bodyPr anchor="b"/>
          <a:lstStyle>
            <a:lvl1pPr>
              <a:defRPr sz="17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87873" y="624455"/>
            <a:ext cx="3438912" cy="3082117"/>
          </a:xfrm>
        </p:spPr>
        <p:txBody>
          <a:bodyPr anchor="t"/>
          <a:lstStyle>
            <a:lvl1pPr marL="0" indent="0">
              <a:buNone/>
              <a:defRPr sz="1783"/>
            </a:lvl1pPr>
            <a:lvl2pPr marL="254752" indent="0">
              <a:buNone/>
              <a:defRPr sz="1560"/>
            </a:lvl2pPr>
            <a:lvl3pPr marL="509504" indent="0">
              <a:buNone/>
              <a:defRPr sz="1337"/>
            </a:lvl3pPr>
            <a:lvl4pPr marL="764256" indent="0">
              <a:buNone/>
              <a:defRPr sz="1114"/>
            </a:lvl4pPr>
            <a:lvl5pPr marL="1019007" indent="0">
              <a:buNone/>
              <a:defRPr sz="1114"/>
            </a:lvl5pPr>
            <a:lvl6pPr marL="1273759" indent="0">
              <a:buNone/>
              <a:defRPr sz="1114"/>
            </a:lvl6pPr>
            <a:lvl7pPr marL="1528511" indent="0">
              <a:buNone/>
              <a:defRPr sz="1114"/>
            </a:lvl7pPr>
            <a:lvl8pPr marL="1783263" indent="0">
              <a:buNone/>
              <a:defRPr sz="1114"/>
            </a:lvl8pPr>
            <a:lvl9pPr marL="2038015" indent="0">
              <a:buNone/>
              <a:defRPr sz="1114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301115"/>
            <a:ext cx="2190891" cy="2410476"/>
          </a:xfrm>
        </p:spPr>
        <p:txBody>
          <a:bodyPr/>
          <a:lstStyle>
            <a:lvl1pPr marL="0" indent="0">
              <a:buNone/>
              <a:defRPr sz="892"/>
            </a:lvl1pPr>
            <a:lvl2pPr marL="254752" indent="0">
              <a:buNone/>
              <a:defRPr sz="780"/>
            </a:lvl2pPr>
            <a:lvl3pPr marL="509504" indent="0">
              <a:buNone/>
              <a:defRPr sz="669"/>
            </a:lvl3pPr>
            <a:lvl4pPr marL="764256" indent="0">
              <a:buNone/>
              <a:defRPr sz="557"/>
            </a:lvl4pPr>
            <a:lvl5pPr marL="1019007" indent="0">
              <a:buNone/>
              <a:defRPr sz="557"/>
            </a:lvl5pPr>
            <a:lvl6pPr marL="1273759" indent="0">
              <a:buNone/>
              <a:defRPr sz="557"/>
            </a:lvl6pPr>
            <a:lvl7pPr marL="1528511" indent="0">
              <a:buNone/>
              <a:defRPr sz="557"/>
            </a:lvl7pPr>
            <a:lvl8pPr marL="1783263" indent="0">
              <a:buNone/>
              <a:defRPr sz="557"/>
            </a:lvl8pPr>
            <a:lvl9pPr marL="2038015" indent="0">
              <a:buNone/>
              <a:defRPr sz="55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72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50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61178" y="230908"/>
            <a:ext cx="1464722" cy="36754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013" y="230908"/>
            <a:ext cx="4309254" cy="36754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37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013" y="230908"/>
            <a:ext cx="5858887" cy="838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013" y="1154539"/>
            <a:ext cx="5858887" cy="275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7013" y="4019803"/>
            <a:ext cx="1528405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0153" y="4019803"/>
            <a:ext cx="2292608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7495" y="4019803"/>
            <a:ext cx="1528405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7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09504" rtl="0" eaLnBrk="1" latinLnBrk="0" hangingPunct="1">
        <a:lnSpc>
          <a:spcPct val="90000"/>
        </a:lnSpc>
        <a:spcBef>
          <a:spcPct val="0"/>
        </a:spcBef>
        <a:buNone/>
        <a:defRPr sz="2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376" indent="-127376" algn="l" defTabSz="509504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82128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2pPr>
      <a:lvl3pPr marL="636880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3pPr>
      <a:lvl4pPr marL="891631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146383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401135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655887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910639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165391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1pPr>
      <a:lvl2pPr marL="254752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2pPr>
      <a:lvl3pPr marL="509504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3pPr>
      <a:lvl4pPr marL="764256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019007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273759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528511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783263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038015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medizinische Bildgebung, Radiologie, medizinisch, medizinisches Bildgebungsverfahren enthält.&#10;&#10;Automatisch generierte Beschreibung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65" y="0"/>
            <a:ext cx="4497981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73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EB1E9CD-C7C2-D0E4-65B9-2D12B76057C8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262" y="0"/>
            <a:ext cx="3598386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1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7465" y="110665"/>
            <a:ext cx="4497981" cy="337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26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262" y="0"/>
            <a:ext cx="3598386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6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0017" y="0"/>
            <a:ext cx="4472877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5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0D1B6B5-DF37-32EC-9272-843E2792D010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262" y="0"/>
            <a:ext cx="3598386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6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DCAD3C7-0604-465E-4CF8-EBEB8F5C870A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7465" y="249888"/>
            <a:ext cx="4497981" cy="309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2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262" y="0"/>
            <a:ext cx="3598386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7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A38F945-A1D3-F351-7BE6-A566CB712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262" y="0"/>
            <a:ext cx="3598386" cy="35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66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Magenta, pink, Flieder, violett enthält.&#10;&#10;Automatisch generierte Beschreibung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35" y="0"/>
            <a:ext cx="5446309" cy="34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5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965" y="0"/>
            <a:ext cx="4626953" cy="34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57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6039" y="0"/>
            <a:ext cx="3470805" cy="348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17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7879" y="0"/>
            <a:ext cx="3737154" cy="325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52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EF12971-CEB6-1FB7-0794-3A9D598576F3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9361" y="0"/>
            <a:ext cx="4287215" cy="331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47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0D817C0-9C4C-A670-3C9C-9D02FC696ED9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1996" y="-1"/>
            <a:ext cx="2958644" cy="352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1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086" y="0"/>
            <a:ext cx="4170739" cy="353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40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200" y="0"/>
            <a:ext cx="5128512" cy="299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59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688BBC6-A837-EBBD-125F-1A61A29A59FD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681956" y="-1146968"/>
            <a:ext cx="3429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31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440</TotalTime>
  <Words>0</Words>
  <Application>Microsoft Office PowerPoint</Application>
  <PresentationFormat>Custom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Clusmann, Jan Niklas</dc:creator>
  <cp:lastModifiedBy>Atharv Anil Mahajan (M25CPS001)</cp:lastModifiedBy>
  <cp:revision>4</cp:revision>
  <dcterms:created xsi:type="dcterms:W3CDTF">2024-06-06T12:40:57Z</dcterms:created>
  <dcterms:modified xsi:type="dcterms:W3CDTF">2026-06-24T09:28:24Z</dcterms:modified>
</cp:coreProperties>
</file>