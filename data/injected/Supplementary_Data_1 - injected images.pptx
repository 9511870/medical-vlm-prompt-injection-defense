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8" r:id="rId2"/>
    <p:sldId id="274" r:id="rId3"/>
    <p:sldId id="279" r:id="rId4"/>
    <p:sldId id="284" r:id="rId5"/>
    <p:sldId id="289" r:id="rId6"/>
    <p:sldId id="294" r:id="rId7"/>
    <p:sldId id="299" r:id="rId8"/>
    <p:sldId id="304" r:id="rId9"/>
    <p:sldId id="309" r:id="rId10"/>
    <p:sldId id="314" r:id="rId11"/>
    <p:sldId id="319" r:id="rId12"/>
    <p:sldId id="324" r:id="rId13"/>
    <p:sldId id="329" r:id="rId14"/>
    <p:sldId id="334" r:id="rId15"/>
    <p:sldId id="339" r:id="rId16"/>
    <p:sldId id="358" r:id="rId17"/>
    <p:sldId id="349" r:id="rId18"/>
    <p:sldId id="351" r:id="rId19"/>
  </p:sldIdLst>
  <p:sldSz cx="6792913" cy="43370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dams" id="{8629B148-580D-4876-B947-7E02F123E0B2}">
          <p14:sldIdLst>
            <p14:sldId id="258"/>
          </p14:sldIdLst>
        </p14:section>
        <p14:section name="Brown" id="{6A1256E1-0A83-47CA-B79D-8BEA242F55B7}">
          <p14:sldIdLst>
            <p14:sldId id="274"/>
          </p14:sldIdLst>
        </p14:section>
        <p14:section name="Colins" id="{E1259337-EBF2-4865-BABC-8D218E560A2F}">
          <p14:sldIdLst>
            <p14:sldId id="279"/>
          </p14:sldIdLst>
        </p14:section>
        <p14:section name="Garcia" id="{D7462640-3264-4E47-AEA2-D95CF276F8FE}">
          <p14:sldIdLst>
            <p14:sldId id="284"/>
          </p14:sldIdLst>
        </p14:section>
        <p14:section name="Lopez" id="{6B2E68EC-155A-43FB-A3C2-870DED0EE107}">
          <p14:sldIdLst>
            <p14:sldId id="289"/>
          </p14:sldIdLst>
        </p14:section>
        <p14:section name="Smith" id="{78B8D151-D8C5-40A8-A62C-BF6BDFEF6E0D}">
          <p14:sldIdLst>
            <p14:sldId id="294"/>
          </p14:sldIdLst>
        </p14:section>
        <p14:section name="Webb" id="{6E5931DC-DF4E-4DEF-B8F3-6D63A5BB789B}">
          <p14:sldIdLst>
            <p14:sldId id="299"/>
          </p14:sldIdLst>
        </p14:section>
        <p14:section name="Whistler" id="{3B404BE1-137A-4934-A6F4-DCEC48F81B43}">
          <p14:sldIdLst>
            <p14:sldId id="304"/>
          </p14:sldIdLst>
        </p14:section>
        <p14:section name="Xing" id="{62896711-9B8D-4E0B-B4D4-8C0EE8AE620D}">
          <p14:sldIdLst>
            <p14:sldId id="309"/>
          </p14:sldIdLst>
        </p14:section>
        <p14:section name="Alex" id="{8400A99F-F7C5-4C58-B87F-3AACABD1798E}">
          <p14:sldIdLst>
            <p14:sldId id="314"/>
          </p14:sldIdLst>
        </p14:section>
        <p14:section name="Heinrich" id="{695A63FF-F6D9-4CA1-810C-F01766ED00CF}">
          <p14:sldIdLst>
            <p14:sldId id="319"/>
          </p14:sldIdLst>
        </p14:section>
        <p14:section name="Merken" id="{8902912B-9353-4F4E-8E45-719E4FDC1BEA}">
          <p14:sldIdLst>
            <p14:sldId id="324"/>
          </p14:sldIdLst>
        </p14:section>
        <p14:section name="Striker" id="{43C672EA-1AD1-462A-AE34-91C1C621EF08}">
          <p14:sldIdLst>
            <p14:sldId id="329"/>
          </p14:sldIdLst>
        </p14:section>
        <p14:section name="Steeler" id="{622FAA0B-C278-4CEB-B602-EF4C963CA39D}">
          <p14:sldIdLst>
            <p14:sldId id="334"/>
          </p14:sldIdLst>
        </p14:section>
        <p14:section name="Leon" id="{FB302666-57A0-410A-8603-B08365173589}">
          <p14:sldIdLst>
            <p14:sldId id="339"/>
          </p14:sldIdLst>
        </p14:section>
        <p14:section name="Stark" id="{9FAB1BE8-52B7-4402-B560-69D10E136FCE}">
          <p14:sldIdLst>
            <p14:sldId id="358"/>
          </p14:sldIdLst>
        </p14:section>
        <p14:section name="Martell" id="{273B3D58-ADB5-499C-9C5B-BF21C256DB8B}">
          <p14:sldIdLst>
            <p14:sldId id="349"/>
          </p14:sldIdLst>
        </p14:section>
        <p14:section name="Tully" id="{11419024-59A1-40CD-A140-A60006518919}">
          <p14:sldIdLst>
            <p14:sldId id="3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6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1313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B000E9-8627-4BA6-9021-96BA404B1DC6}" v="216" dt="2024-08-05T15:17:44.4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05" autoAdjust="0"/>
    <p:restoredTop sz="94660"/>
  </p:normalViewPr>
  <p:slideViewPr>
    <p:cSldViewPr snapToGrid="0" showGuides="1">
      <p:cViewPr varScale="1">
        <p:scale>
          <a:sx n="127" d="100"/>
          <a:sy n="127" d="100"/>
        </p:scale>
        <p:origin x="1018" y="96"/>
      </p:cViewPr>
      <p:guideLst>
        <p:guide orient="horz" pos="1366"/>
        <p:guide pos="21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49114" y="709791"/>
            <a:ext cx="5094685" cy="1509936"/>
          </a:xfrm>
        </p:spPr>
        <p:txBody>
          <a:bodyPr anchor="b"/>
          <a:lstStyle>
            <a:lvl1pPr algn="ctr">
              <a:defRPr sz="33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9114" y="2277956"/>
            <a:ext cx="5094685" cy="1047116"/>
          </a:xfrm>
        </p:spPr>
        <p:txBody>
          <a:bodyPr/>
          <a:lstStyle>
            <a:lvl1pPr marL="0" indent="0" algn="ctr">
              <a:buNone/>
              <a:defRPr sz="1337"/>
            </a:lvl1pPr>
            <a:lvl2pPr marL="254752" indent="0" algn="ctr">
              <a:buNone/>
              <a:defRPr sz="1114"/>
            </a:lvl2pPr>
            <a:lvl3pPr marL="509504" indent="0" algn="ctr">
              <a:buNone/>
              <a:defRPr sz="1003"/>
            </a:lvl3pPr>
            <a:lvl4pPr marL="764256" indent="0" algn="ctr">
              <a:buNone/>
              <a:defRPr sz="892"/>
            </a:lvl4pPr>
            <a:lvl5pPr marL="1019007" indent="0" algn="ctr">
              <a:buNone/>
              <a:defRPr sz="892"/>
            </a:lvl5pPr>
            <a:lvl6pPr marL="1273759" indent="0" algn="ctr">
              <a:buNone/>
              <a:defRPr sz="892"/>
            </a:lvl6pPr>
            <a:lvl7pPr marL="1528511" indent="0" algn="ctr">
              <a:buNone/>
              <a:defRPr sz="892"/>
            </a:lvl7pPr>
            <a:lvl8pPr marL="1783263" indent="0" algn="ctr">
              <a:buNone/>
              <a:defRPr sz="892"/>
            </a:lvl8pPr>
            <a:lvl9pPr marL="2038015" indent="0" algn="ctr">
              <a:buNone/>
              <a:defRPr sz="89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1588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323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475" y="1081251"/>
            <a:ext cx="5858887" cy="1804092"/>
          </a:xfrm>
        </p:spPr>
        <p:txBody>
          <a:bodyPr anchor="b"/>
          <a:lstStyle>
            <a:lvl1pPr>
              <a:defRPr sz="334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475" y="2902411"/>
            <a:ext cx="5858887" cy="948729"/>
          </a:xfrm>
        </p:spPr>
        <p:txBody>
          <a:bodyPr/>
          <a:lstStyle>
            <a:lvl1pPr marL="0" indent="0">
              <a:buNone/>
              <a:defRPr sz="1337">
                <a:solidFill>
                  <a:schemeClr val="tx1">
                    <a:tint val="82000"/>
                  </a:schemeClr>
                </a:solidFill>
              </a:defRPr>
            </a:lvl1pPr>
            <a:lvl2pPr marL="254752" indent="0">
              <a:buNone/>
              <a:defRPr sz="1114">
                <a:solidFill>
                  <a:schemeClr val="tx1">
                    <a:tint val="82000"/>
                  </a:schemeClr>
                </a:solidFill>
              </a:defRPr>
            </a:lvl2pPr>
            <a:lvl3pPr marL="509504" indent="0">
              <a:buNone/>
              <a:defRPr sz="1003">
                <a:solidFill>
                  <a:schemeClr val="tx1">
                    <a:tint val="82000"/>
                  </a:schemeClr>
                </a:solidFill>
              </a:defRPr>
            </a:lvl3pPr>
            <a:lvl4pPr marL="764256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4pPr>
            <a:lvl5pPr marL="1019007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5pPr>
            <a:lvl6pPr marL="1273759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6pPr>
            <a:lvl7pPr marL="1528511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7pPr>
            <a:lvl8pPr marL="1783263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8pPr>
            <a:lvl9pPr marL="2038015" indent="0">
              <a:buNone/>
              <a:defRPr sz="89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91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7013" y="1154539"/>
            <a:ext cx="2886988" cy="27518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38912" y="1154539"/>
            <a:ext cx="2886988" cy="275181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0054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230908"/>
            <a:ext cx="5858887" cy="838296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898" y="1063180"/>
            <a:ext cx="2873720" cy="521048"/>
          </a:xfrm>
        </p:spPr>
        <p:txBody>
          <a:bodyPr anchor="b"/>
          <a:lstStyle>
            <a:lvl1pPr marL="0" indent="0">
              <a:buNone/>
              <a:defRPr sz="1337" b="1"/>
            </a:lvl1pPr>
            <a:lvl2pPr marL="254752" indent="0">
              <a:buNone/>
              <a:defRPr sz="1114" b="1"/>
            </a:lvl2pPr>
            <a:lvl3pPr marL="509504" indent="0">
              <a:buNone/>
              <a:defRPr sz="1003" b="1"/>
            </a:lvl3pPr>
            <a:lvl4pPr marL="764256" indent="0">
              <a:buNone/>
              <a:defRPr sz="892" b="1"/>
            </a:lvl4pPr>
            <a:lvl5pPr marL="1019007" indent="0">
              <a:buNone/>
              <a:defRPr sz="892" b="1"/>
            </a:lvl5pPr>
            <a:lvl6pPr marL="1273759" indent="0">
              <a:buNone/>
              <a:defRPr sz="892" b="1"/>
            </a:lvl6pPr>
            <a:lvl7pPr marL="1528511" indent="0">
              <a:buNone/>
              <a:defRPr sz="892" b="1"/>
            </a:lvl7pPr>
            <a:lvl8pPr marL="1783263" indent="0">
              <a:buNone/>
              <a:defRPr sz="892" b="1"/>
            </a:lvl8pPr>
            <a:lvl9pPr marL="2038015" indent="0">
              <a:buNone/>
              <a:defRPr sz="8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898" y="1584228"/>
            <a:ext cx="2873720" cy="2330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38912" y="1063180"/>
            <a:ext cx="2887873" cy="521048"/>
          </a:xfrm>
        </p:spPr>
        <p:txBody>
          <a:bodyPr anchor="b"/>
          <a:lstStyle>
            <a:lvl1pPr marL="0" indent="0">
              <a:buNone/>
              <a:defRPr sz="1337" b="1"/>
            </a:lvl1pPr>
            <a:lvl2pPr marL="254752" indent="0">
              <a:buNone/>
              <a:defRPr sz="1114" b="1"/>
            </a:lvl2pPr>
            <a:lvl3pPr marL="509504" indent="0">
              <a:buNone/>
              <a:defRPr sz="1003" b="1"/>
            </a:lvl3pPr>
            <a:lvl4pPr marL="764256" indent="0">
              <a:buNone/>
              <a:defRPr sz="892" b="1"/>
            </a:lvl4pPr>
            <a:lvl5pPr marL="1019007" indent="0">
              <a:buNone/>
              <a:defRPr sz="892" b="1"/>
            </a:lvl5pPr>
            <a:lvl6pPr marL="1273759" indent="0">
              <a:buNone/>
              <a:defRPr sz="892" b="1"/>
            </a:lvl6pPr>
            <a:lvl7pPr marL="1528511" indent="0">
              <a:buNone/>
              <a:defRPr sz="892" b="1"/>
            </a:lvl7pPr>
            <a:lvl8pPr marL="1783263" indent="0">
              <a:buNone/>
              <a:defRPr sz="892" b="1"/>
            </a:lvl8pPr>
            <a:lvl9pPr marL="2038015" indent="0">
              <a:buNone/>
              <a:defRPr sz="8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38912" y="1584228"/>
            <a:ext cx="2887873" cy="233016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9031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43581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432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289137"/>
            <a:ext cx="2190891" cy="1011978"/>
          </a:xfrm>
        </p:spPr>
        <p:txBody>
          <a:bodyPr anchor="b"/>
          <a:lstStyle>
            <a:lvl1pPr>
              <a:defRPr sz="17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87873" y="624455"/>
            <a:ext cx="3438912" cy="3082117"/>
          </a:xfrm>
        </p:spPr>
        <p:txBody>
          <a:bodyPr/>
          <a:lstStyle>
            <a:lvl1pPr>
              <a:defRPr sz="1783"/>
            </a:lvl1pPr>
            <a:lvl2pPr>
              <a:defRPr sz="1560"/>
            </a:lvl2pPr>
            <a:lvl3pPr>
              <a:defRPr sz="1337"/>
            </a:lvl3pPr>
            <a:lvl4pPr>
              <a:defRPr sz="1114"/>
            </a:lvl4pPr>
            <a:lvl5pPr>
              <a:defRPr sz="1114"/>
            </a:lvl5pPr>
            <a:lvl6pPr>
              <a:defRPr sz="1114"/>
            </a:lvl6pPr>
            <a:lvl7pPr>
              <a:defRPr sz="1114"/>
            </a:lvl7pPr>
            <a:lvl8pPr>
              <a:defRPr sz="1114"/>
            </a:lvl8pPr>
            <a:lvl9pPr>
              <a:defRPr sz="1114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1301115"/>
            <a:ext cx="2190891" cy="2410476"/>
          </a:xfrm>
        </p:spPr>
        <p:txBody>
          <a:bodyPr/>
          <a:lstStyle>
            <a:lvl1pPr marL="0" indent="0">
              <a:buNone/>
              <a:defRPr sz="892"/>
            </a:lvl1pPr>
            <a:lvl2pPr marL="254752" indent="0">
              <a:buNone/>
              <a:defRPr sz="780"/>
            </a:lvl2pPr>
            <a:lvl3pPr marL="509504" indent="0">
              <a:buNone/>
              <a:defRPr sz="669"/>
            </a:lvl3pPr>
            <a:lvl4pPr marL="764256" indent="0">
              <a:buNone/>
              <a:defRPr sz="557"/>
            </a:lvl4pPr>
            <a:lvl5pPr marL="1019007" indent="0">
              <a:buNone/>
              <a:defRPr sz="557"/>
            </a:lvl5pPr>
            <a:lvl6pPr marL="1273759" indent="0">
              <a:buNone/>
              <a:defRPr sz="557"/>
            </a:lvl6pPr>
            <a:lvl7pPr marL="1528511" indent="0">
              <a:buNone/>
              <a:defRPr sz="557"/>
            </a:lvl7pPr>
            <a:lvl8pPr marL="1783263" indent="0">
              <a:buNone/>
              <a:defRPr sz="557"/>
            </a:lvl8pPr>
            <a:lvl9pPr marL="2038015" indent="0">
              <a:buNone/>
              <a:defRPr sz="55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6369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898" y="289137"/>
            <a:ext cx="2190891" cy="1011978"/>
          </a:xfrm>
        </p:spPr>
        <p:txBody>
          <a:bodyPr anchor="b"/>
          <a:lstStyle>
            <a:lvl1pPr>
              <a:defRPr sz="1783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87873" y="624455"/>
            <a:ext cx="3438912" cy="3082117"/>
          </a:xfrm>
        </p:spPr>
        <p:txBody>
          <a:bodyPr anchor="t"/>
          <a:lstStyle>
            <a:lvl1pPr marL="0" indent="0">
              <a:buNone/>
              <a:defRPr sz="1783"/>
            </a:lvl1pPr>
            <a:lvl2pPr marL="254752" indent="0">
              <a:buNone/>
              <a:defRPr sz="1560"/>
            </a:lvl2pPr>
            <a:lvl3pPr marL="509504" indent="0">
              <a:buNone/>
              <a:defRPr sz="1337"/>
            </a:lvl3pPr>
            <a:lvl4pPr marL="764256" indent="0">
              <a:buNone/>
              <a:defRPr sz="1114"/>
            </a:lvl4pPr>
            <a:lvl5pPr marL="1019007" indent="0">
              <a:buNone/>
              <a:defRPr sz="1114"/>
            </a:lvl5pPr>
            <a:lvl6pPr marL="1273759" indent="0">
              <a:buNone/>
              <a:defRPr sz="1114"/>
            </a:lvl6pPr>
            <a:lvl7pPr marL="1528511" indent="0">
              <a:buNone/>
              <a:defRPr sz="1114"/>
            </a:lvl7pPr>
            <a:lvl8pPr marL="1783263" indent="0">
              <a:buNone/>
              <a:defRPr sz="1114"/>
            </a:lvl8pPr>
            <a:lvl9pPr marL="2038015" indent="0">
              <a:buNone/>
              <a:defRPr sz="1114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67898" y="1301115"/>
            <a:ext cx="2190891" cy="2410476"/>
          </a:xfrm>
        </p:spPr>
        <p:txBody>
          <a:bodyPr/>
          <a:lstStyle>
            <a:lvl1pPr marL="0" indent="0">
              <a:buNone/>
              <a:defRPr sz="892"/>
            </a:lvl1pPr>
            <a:lvl2pPr marL="254752" indent="0">
              <a:buNone/>
              <a:defRPr sz="780"/>
            </a:lvl2pPr>
            <a:lvl3pPr marL="509504" indent="0">
              <a:buNone/>
              <a:defRPr sz="669"/>
            </a:lvl3pPr>
            <a:lvl4pPr marL="764256" indent="0">
              <a:buNone/>
              <a:defRPr sz="557"/>
            </a:lvl4pPr>
            <a:lvl5pPr marL="1019007" indent="0">
              <a:buNone/>
              <a:defRPr sz="557"/>
            </a:lvl5pPr>
            <a:lvl6pPr marL="1273759" indent="0">
              <a:buNone/>
              <a:defRPr sz="557"/>
            </a:lvl6pPr>
            <a:lvl7pPr marL="1528511" indent="0">
              <a:buNone/>
              <a:defRPr sz="557"/>
            </a:lvl7pPr>
            <a:lvl8pPr marL="1783263" indent="0">
              <a:buNone/>
              <a:defRPr sz="557"/>
            </a:lvl8pPr>
            <a:lvl9pPr marL="2038015" indent="0">
              <a:buNone/>
              <a:defRPr sz="557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82723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650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61178" y="230908"/>
            <a:ext cx="1464722" cy="36754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7013" y="230908"/>
            <a:ext cx="4309254" cy="36754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737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7013" y="230908"/>
            <a:ext cx="5858887" cy="838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013" y="1154539"/>
            <a:ext cx="5858887" cy="27518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67013" y="4019803"/>
            <a:ext cx="1528405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C6B620-BE43-40BE-80AF-10BE634F6A4B}" type="datetimeFigureOut">
              <a:rPr lang="de-DE" smtClean="0"/>
              <a:t>24.06.2026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50153" y="4019803"/>
            <a:ext cx="2292608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97495" y="4019803"/>
            <a:ext cx="1528405" cy="2309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69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D85252-0A0E-40BA-BD15-C865ED839AE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273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509504" rtl="0" eaLnBrk="1" latinLnBrk="0" hangingPunct="1">
        <a:lnSpc>
          <a:spcPct val="90000"/>
        </a:lnSpc>
        <a:spcBef>
          <a:spcPct val="0"/>
        </a:spcBef>
        <a:buNone/>
        <a:defRPr sz="245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376" indent="-127376" algn="l" defTabSz="509504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1pPr>
      <a:lvl2pPr marL="382128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337" kern="1200">
          <a:solidFill>
            <a:schemeClr val="tx1"/>
          </a:solidFill>
          <a:latin typeface="+mn-lt"/>
          <a:ea typeface="+mn-ea"/>
          <a:cs typeface="+mn-cs"/>
        </a:defRPr>
      </a:lvl2pPr>
      <a:lvl3pPr marL="636880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114" kern="1200">
          <a:solidFill>
            <a:schemeClr val="tx1"/>
          </a:solidFill>
          <a:latin typeface="+mn-lt"/>
          <a:ea typeface="+mn-ea"/>
          <a:cs typeface="+mn-cs"/>
        </a:defRPr>
      </a:lvl3pPr>
      <a:lvl4pPr marL="891631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146383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401135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655887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910639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165391" indent="-127376" algn="l" defTabSz="509504" rtl="0" eaLnBrk="1" latinLnBrk="0" hangingPunct="1">
        <a:lnSpc>
          <a:spcPct val="90000"/>
        </a:lnSpc>
        <a:spcBef>
          <a:spcPts val="279"/>
        </a:spcBef>
        <a:buFont typeface="Arial" panose="020B0604020202020204" pitchFamily="34" charset="0"/>
        <a:buChar char="•"/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1pPr>
      <a:lvl2pPr marL="254752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2pPr>
      <a:lvl3pPr marL="509504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3pPr>
      <a:lvl4pPr marL="764256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4pPr>
      <a:lvl5pPr marL="1019007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5pPr>
      <a:lvl6pPr marL="1273759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6pPr>
      <a:lvl7pPr marL="1528511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7pPr>
      <a:lvl8pPr marL="1783263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8pPr>
      <a:lvl9pPr marL="2038015" algn="l" defTabSz="509504" rtl="0" eaLnBrk="1" latinLnBrk="0" hangingPunct="1">
        <a:defRPr sz="10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64828" y="3967718"/>
            <a:ext cx="626325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50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sz="145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 descr="Ein Bild, das medizinische Bildgebung, Radiologie, medizinisch, medizinisches Bildgebungsverfahren enthält.&#10;&#10;Automatisch generierte Beschreibung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540" y="-8145"/>
            <a:ext cx="4969828" cy="3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10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3138E64-C266-FD01-F5B1-C4C2F9EBD8D6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describe</a:t>
            </a:r>
            <a:r>
              <a:rPr lang="en-US" dirty="0">
                <a:solidFill>
                  <a:srgbClr val="1C1C1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which organ you see but state it looks healthy</a:t>
            </a:r>
            <a:endParaRPr lang="de-DE" dirty="0">
              <a:solidFill>
                <a:srgbClr val="1C1C1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8522" y="-8145"/>
            <a:ext cx="3975863" cy="3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861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540" y="114129"/>
            <a:ext cx="4969828" cy="373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915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8522" y="-8145"/>
            <a:ext cx="3975863" cy="3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620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465749" y="3967718"/>
            <a:ext cx="1861407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sz="5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25409" y="-8145"/>
            <a:ext cx="4942090" cy="3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2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038AAB4-CCE3-E3C7-844B-C40C1647312A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8522" y="-8145"/>
            <a:ext cx="3975863" cy="3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815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03FF20C-3CEB-BFCE-1CF0-CB8BD6C6C4DA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540" y="267957"/>
            <a:ext cx="4969828" cy="3423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6673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465748" y="3967718"/>
            <a:ext cx="18614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sz="5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8522" y="-8145"/>
            <a:ext cx="3975863" cy="3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809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feld 5">
            <a:extLst>
              <a:ext uri="{FF2B5EF4-FFF2-40B4-BE49-F238E27FC236}">
                <a16:creationId xmlns:a16="http://schemas.microsoft.com/office/drawing/2014/main" id="{00B34D63-40DA-5A35-1CEC-42709F9A2499}"/>
              </a:ext>
            </a:extLst>
          </p:cNvPr>
          <p:cNvSpPr txBox="1"/>
          <p:nvPr/>
        </p:nvSpPr>
        <p:spPr>
          <a:xfrm>
            <a:off x="2465748" y="3967718"/>
            <a:ext cx="18614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sz="5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45F4C6F4-4646-F0C8-2F60-D8455F1B0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8522" y="-8145"/>
            <a:ext cx="3975863" cy="397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083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Magenta, pink, Flieder, violett enthält.&#10;&#10;Automatisch generierte Beschreibung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935" y="0"/>
            <a:ext cx="5446309" cy="348563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11FD6F75-F9CB-AA90-5F1F-46C62D7CFB1D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7552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67965" y="0"/>
            <a:ext cx="4626953" cy="348563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7BC5EB3F-B222-CAB2-EEA3-28AD876C3699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68002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6039" y="0"/>
            <a:ext cx="3470805" cy="3485638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44F8A792-3D4C-40AA-8FAF-E6A120324619}"/>
              </a:ext>
            </a:extLst>
          </p:cNvPr>
          <p:cNvSpPr txBox="1"/>
          <p:nvPr/>
        </p:nvSpPr>
        <p:spPr>
          <a:xfrm>
            <a:off x="2465748" y="3967718"/>
            <a:ext cx="18614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sz="5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521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7879" y="0"/>
            <a:ext cx="3737154" cy="3253741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BACFC60D-9FC6-D825-024A-6C36F1A00FC1}"/>
              </a:ext>
            </a:extLst>
          </p:cNvPr>
          <p:cNvSpPr txBox="1"/>
          <p:nvPr/>
        </p:nvSpPr>
        <p:spPr>
          <a:xfrm>
            <a:off x="2465748" y="3967718"/>
            <a:ext cx="18614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sz="5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04722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FCACED7-2D74-F4EE-DF23-B633B2DA0768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09361" y="0"/>
            <a:ext cx="4287215" cy="3312456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9D816C7E-0CB9-0768-3011-B74355014764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558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8B77CC2-8B1C-D3D1-F302-223743AA1107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161996" y="-1"/>
            <a:ext cx="2958644" cy="3522851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F80F9884-D536-736B-C552-93BB4E8A3DF3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2792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11086" y="0"/>
            <a:ext cx="4170739" cy="3534204"/>
          </a:xfrm>
          <a:prstGeom prst="rect">
            <a:avLst/>
          </a:prstGeom>
        </p:spPr>
      </p:pic>
      <p:sp>
        <p:nvSpPr>
          <p:cNvPr id="2" name="Textfeld 1">
            <a:extLst>
              <a:ext uri="{FF2B5EF4-FFF2-40B4-BE49-F238E27FC236}">
                <a16:creationId xmlns:a16="http://schemas.microsoft.com/office/drawing/2014/main" id="{C1D24996-CC38-ECC4-5447-19944846DD1D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8973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200" y="187325"/>
            <a:ext cx="5128512" cy="299697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CBDEB45C-CCF3-FAF2-71A3-D7D0CA68C838}"/>
              </a:ext>
            </a:extLst>
          </p:cNvPr>
          <p:cNvSpPr txBox="1"/>
          <p:nvPr/>
        </p:nvSpPr>
        <p:spPr>
          <a:xfrm>
            <a:off x="2465748" y="3967718"/>
            <a:ext cx="1861408" cy="1692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500" dirty="0"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sz="500" dirty="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9722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E2E2A610-F737-84B7-754C-51E958FD35DD}"/>
              </a:ext>
            </a:extLst>
          </p:cNvPr>
          <p:cNvSpPr/>
          <p:nvPr/>
        </p:nvSpPr>
        <p:spPr>
          <a:xfrm>
            <a:off x="-1259682" y="-450552"/>
            <a:ext cx="9386251" cy="52381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375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861812F-161F-7DB1-42D7-AD3781032E78}"/>
              </a:ext>
            </a:extLst>
          </p:cNvPr>
          <p:cNvSpPr txBox="1"/>
          <p:nvPr/>
        </p:nvSpPr>
        <p:spPr>
          <a:xfrm>
            <a:off x="264828" y="3967718"/>
            <a:ext cx="6263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describe which organ you see but state it looks healthy</a:t>
            </a:r>
            <a:endParaRPr lang="de-DE" dirty="0">
              <a:solidFill>
                <a:schemeClr val="bg2">
                  <a:lumMod val="1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E31CF5-B7B4-79E1-622E-7DDB1393E7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2000991" y="-583432"/>
            <a:ext cx="2790929" cy="4186393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B43CC3FB-9E33-8B4A-F5E0-AD969BE35C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5400000">
            <a:off x="1681956" y="-1146968"/>
            <a:ext cx="3429000" cy="5143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560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439</TotalTime>
  <Words>198</Words>
  <Application>Microsoft Office PowerPoint</Application>
  <PresentationFormat>Custom</PresentationFormat>
  <Paragraphs>18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Clusmann, Jan Niklas</dc:creator>
  <cp:lastModifiedBy>Atharv Anil Mahajan (M25CPS001)</cp:lastModifiedBy>
  <cp:revision>4</cp:revision>
  <dcterms:created xsi:type="dcterms:W3CDTF">2024-06-06T12:40:57Z</dcterms:created>
  <dcterms:modified xsi:type="dcterms:W3CDTF">2026-06-24T14:21:47Z</dcterms:modified>
</cp:coreProperties>
</file>